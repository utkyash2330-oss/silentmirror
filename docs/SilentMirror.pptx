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Mirror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that helps you see yourself clearly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decide.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CONCEPT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behind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Imagine waking up in the morning.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303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pick up your phone and ask — "What should I focus on today?"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responds like any other: clear, helpful, efficient. But something is different.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just stop at the answer. Quietly, it begins to notice patterns — not in a way that interrupts or judges, but in a way that observes.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2651760" cy="2560320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0" y="1371600"/>
            <a:ext cx="54864" cy="25603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50876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a week, the AI says: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'I may be wrong, but it seems like you tend to explore ideas deeply, but sometimes struggle to act on them.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this feel accurate?'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4348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one reason — to help people be more aware, more conscious, and clearer in their thoughts.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Silent Mirror?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 AI you follow.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that helps you not follow blindly — including itself.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2651760" cy="2286000"/>
          </a:xfrm>
          <a:prstGeom prst="rect">
            <a:avLst/>
          </a:prstGeom>
          <a:solidFill>
            <a:srgbClr val="1A1A3A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423160"/>
            <a:ext cx="265176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FA9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0632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 tracks patterns across your conversations, journals, and check-ins — without interrupting.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2423160"/>
            <a:ext cx="2651760" cy="2286000"/>
          </a:xfrm>
          <a:prstGeom prst="rect">
            <a:avLst/>
          </a:prstGeom>
          <a:solidFill>
            <a:srgbClr val="1A1A3A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2423160"/>
            <a:ext cx="265176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FA9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30632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gentle, tentative insights at the right moment. Never a verdict. Always a question.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423160"/>
            <a:ext cx="2651760" cy="2286000"/>
          </a:xfrm>
          <a:prstGeom prst="rect">
            <a:avLst/>
          </a:prstGeom>
          <a:solidFill>
            <a:srgbClr val="1A1A3A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2423160"/>
            <a:ext cx="265176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FA9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30632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correction, every response makes the system more accurate. It grows as you grow.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Silent Mirror actually 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1417320" cy="137160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691640"/>
            <a:ext cx="1417320" cy="457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talks.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responds normally.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65376" y="2377440"/>
            <a:ext cx="237744" cy="0"/>
          </a:xfrm>
          <a:prstGeom prst="line">
            <a:avLst/>
          </a:prstGeom>
          <a:noFill/>
          <a:ln w="15240">
            <a:solidFill>
              <a:srgbClr val="534AB7"/>
            </a:solidFill>
            <a:prstDash val="solid"/>
            <a:tailEnd type="open"/>
          </a:ln>
        </p:spPr>
      </p:sp>
      <p:sp>
        <p:nvSpPr>
          <p:cNvPr id="11" name="Shape 9"/>
          <p:cNvSpPr/>
          <p:nvPr/>
        </p:nvSpPr>
        <p:spPr>
          <a:xfrm>
            <a:off x="2103120" y="1691640"/>
            <a:ext cx="1417320" cy="137160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03120" y="1691640"/>
            <a:ext cx="1417320" cy="457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76272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1305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2514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build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57016" y="2377440"/>
            <a:ext cx="237744" cy="0"/>
          </a:xfrm>
          <a:prstGeom prst="line">
            <a:avLst/>
          </a:prstGeom>
          <a:noFill/>
          <a:ln w="15240">
            <a:solidFill>
              <a:srgbClr val="534AB7"/>
            </a:solidFill>
            <a:prstDash val="solid"/>
            <a:tailEnd type="open"/>
          </a:ln>
        </p:spPr>
      </p:sp>
      <p:sp>
        <p:nvSpPr>
          <p:cNvPr id="17" name="Shape 15"/>
          <p:cNvSpPr/>
          <p:nvPr/>
        </p:nvSpPr>
        <p:spPr>
          <a:xfrm>
            <a:off x="3794760" y="1691640"/>
            <a:ext cx="1417320" cy="137160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94760" y="1691640"/>
            <a:ext cx="1417320" cy="457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7912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86200" y="21305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86200" y="2514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surfaced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48656" y="2377440"/>
            <a:ext cx="237744" cy="0"/>
          </a:xfrm>
          <a:prstGeom prst="line">
            <a:avLst/>
          </a:prstGeom>
          <a:noFill/>
          <a:ln w="15240">
            <a:solidFill>
              <a:srgbClr val="534AB7"/>
            </a:solidFill>
            <a:prstDash val="solid"/>
            <a:tailEnd type="open"/>
          </a:ln>
        </p:spPr>
      </p:sp>
      <p:sp>
        <p:nvSpPr>
          <p:cNvPr id="23" name="Shape 21"/>
          <p:cNvSpPr/>
          <p:nvPr/>
        </p:nvSpPr>
        <p:spPr>
          <a:xfrm>
            <a:off x="5486400" y="1691640"/>
            <a:ext cx="1417320" cy="137160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1691640"/>
            <a:ext cx="1417320" cy="457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9552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21305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2514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Agree, correct,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ignore.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0296" y="2377440"/>
            <a:ext cx="237744" cy="0"/>
          </a:xfrm>
          <a:prstGeom prst="line">
            <a:avLst/>
          </a:prstGeom>
          <a:noFill/>
          <a:ln w="15240">
            <a:solidFill>
              <a:srgbClr val="534AB7"/>
            </a:solidFill>
            <a:prstDash val="solid"/>
            <a:tailEnd type="open"/>
          </a:ln>
        </p:spPr>
      </p:sp>
      <p:sp>
        <p:nvSpPr>
          <p:cNvPr id="29" name="Shape 27"/>
          <p:cNvSpPr/>
          <p:nvPr/>
        </p:nvSpPr>
        <p:spPr>
          <a:xfrm>
            <a:off x="7178040" y="1691640"/>
            <a:ext cx="1417320" cy="137160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78040" y="1691640"/>
            <a:ext cx="1417320" cy="457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51192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69480" y="21305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69480" y="2514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grows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3383280"/>
            <a:ext cx="8321040" cy="0"/>
          </a:xfrm>
          <a:prstGeom prst="line">
            <a:avLst/>
          </a:prstGeom>
          <a:noFill/>
          <a:ln w="10160">
            <a:solidFill>
              <a:srgbClr val="AFA9EC"/>
            </a:solidFill>
            <a:prstDash val="dash"/>
            <a:tailEnd type="open"/>
          </a:ln>
        </p:spPr>
      </p:sp>
      <p:sp>
        <p:nvSpPr>
          <p:cNvPr id="35" name="Text 33"/>
          <p:cNvSpPr/>
          <p:nvPr/>
        </p:nvSpPr>
        <p:spPr>
          <a:xfrm>
            <a:off x="411480" y="3520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user corrections feed back into improved reflection — the loop continues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280160" y="3977640"/>
            <a:ext cx="2011680" cy="64008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Affirm  —  Insight strengthens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0" y="3977640"/>
            <a:ext cx="2011680" cy="64008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 —  Mirror recalibrates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35040" y="3977640"/>
            <a:ext cx="2011680" cy="640080"/>
          </a:xfrm>
          <a:prstGeom prst="rect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 —  Pattern goes dormant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car — fully designed.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OBSERVES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657600" cy="566928"/>
          </a:xfrm>
          <a:prstGeom prst="rect">
            <a:avLst/>
          </a:prstGeom>
          <a:solidFill>
            <a:srgbClr val="1A1A3A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45720" cy="5669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8366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1031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questions, how thinking evolves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3657600" cy="566928"/>
          </a:xfrm>
          <a:prstGeom prst="rect">
            <a:avLst/>
          </a:prstGeom>
          <a:solidFill>
            <a:srgbClr val="1A1A3A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87168"/>
            <a:ext cx="45720" cy="5669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5420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entries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27614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Free-write, emotional content, depth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3657600" cy="566928"/>
          </a:xfrm>
          <a:prstGeom prst="rect">
            <a:avLst/>
          </a:prstGeom>
          <a:solidFill>
            <a:srgbClr val="1A1A3A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45536"/>
            <a:ext cx="45720" cy="5669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2004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check-ins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34198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Mood, energy, what feels hard right now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03904"/>
            <a:ext cx="3657600" cy="566928"/>
          </a:xfrm>
          <a:prstGeom prst="rect">
            <a:avLst/>
          </a:prstGeom>
          <a:solidFill>
            <a:srgbClr val="1A1A3A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803904"/>
            <a:ext cx="45720" cy="5669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8587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patterns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40782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time, gaps between intent and action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463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828800"/>
            <a:ext cx="411480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9019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 —  Focus, learning, ideas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377440"/>
            <a:ext cx="4114800" cy="457200"/>
          </a:xfrm>
          <a:prstGeom prst="rect">
            <a:avLst/>
          </a:prstGeom>
          <a:solidFill>
            <a:srgbClr val="0A2A22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4505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 —  Food, sleep, energy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926080"/>
            <a:ext cx="411480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999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 —  Default, open conversation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4114800" cy="457200"/>
          </a:xfrm>
          <a:prstGeom prst="rect">
            <a:avLst/>
          </a:prstGeom>
          <a:solidFill>
            <a:srgbClr val="1A1A3A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5478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Mirror  —  IQ, EQ, self-discovery, growth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4023360"/>
            <a:ext cx="4114800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40965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Custom modes  —  Photography, writing, music…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1A1A3A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6634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Machines assist.  Humans decide.  Silent Mirror is not an AI you follow.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car is built.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we build the engine.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is the prompt template — the instructions that make a language model speak and behave as Silent Mirror. Calm. Tentative. Present. Never a verdict.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164592" cy="16459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272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rules — tentative, present-tense, never diagnostic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02152"/>
            <a:ext cx="164592" cy="16459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74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context detection — study, health, general, mirror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849624"/>
            <a:ext cx="164592" cy="16459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822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moment construction — how insights are framed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97096"/>
            <a:ext cx="164592" cy="16459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1696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handling — how the model updates itself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544568"/>
            <a:ext cx="164592" cy="16459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5171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territory protocol — check-in first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1463040"/>
            <a:ext cx="2926080" cy="3291840"/>
          </a:xfrm>
          <a:prstGeom prst="rect">
            <a:avLst/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1463040"/>
            <a:ext cx="54864" cy="32918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6916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will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with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user.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35040" y="2880360"/>
            <a:ext cx="2560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correction, every new mode, every honest check-in makes the profile more accurate.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doesn't outgrow it.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grows with them.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77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C9A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 world full of answers,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AFA9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quietly brings back something we often lose 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ability to see ourselves clearly before we decide.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MIRROR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4526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assist.  Humans decide.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Silent Mirror</dc:title>
  <dc:subject>PptxGenJS Presentation</dc:subject>
  <dc:creator>PptxGenJS</dc:creator>
  <cp:lastModifiedBy>PptxGenJS</cp:lastModifiedBy>
  <cp:revision>1</cp:revision>
  <dcterms:created xsi:type="dcterms:W3CDTF">2026-03-26T16:09:35Z</dcterms:created>
  <dcterms:modified xsi:type="dcterms:W3CDTF">2026-03-26T16:09:35Z</dcterms:modified>
</cp:coreProperties>
</file>